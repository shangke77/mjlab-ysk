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8e8ad5b1fb464e" /><Relationship Type="http://schemas.openxmlformats.org/officeDocument/2006/relationships/extended-properties" Target="/docProps/app.xml" Id="Raa8cb393403f46bc" /><Relationship Type="http://schemas.openxmlformats.org/officeDocument/2006/relationships/officeDocument" Target="/ppt/presentation.xml" Id="R04c6130016d746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324d0876249c9"/>
  </p:sldMasterIdLst>
  <p:notesMasterIdLst>
    <p:notesMasterId xmlns:r="http://schemas.openxmlformats.org/officeDocument/2006/relationships" r:id="Re0975c974cac49cb"/>
  </p:notesMasterIdLst>
  <p:sldIdLst>
    <p:sldId xmlns:r="http://schemas.openxmlformats.org/officeDocument/2006/relationships" id="256" r:id="R17d5560755354a1a"/>
    <p:sldId xmlns:r="http://schemas.openxmlformats.org/officeDocument/2006/relationships" id="257" r:id="R0b8511d21dbc4f61"/>
    <p:sldId xmlns:r="http://schemas.openxmlformats.org/officeDocument/2006/relationships" id="258" r:id="R2485511607b34701"/>
    <p:sldId xmlns:r="http://schemas.openxmlformats.org/officeDocument/2006/relationships" id="259" r:id="Rc12e2bfd6ca44db8"/>
    <p:sldId xmlns:r="http://schemas.openxmlformats.org/officeDocument/2006/relationships" id="260" r:id="Rb61aa35a146a4488"/>
    <p:sldId xmlns:r="http://schemas.openxmlformats.org/officeDocument/2006/relationships" id="261" r:id="R1be3a82110794a10"/>
    <p:sldId xmlns:r="http://schemas.openxmlformats.org/officeDocument/2006/relationships" id="262" r:id="R97c4b70c59844bda"/>
    <p:sldId xmlns:r="http://schemas.openxmlformats.org/officeDocument/2006/relationships" id="263" r:id="R252132e1ce954c5d"/>
    <p:sldId xmlns:r="http://schemas.openxmlformats.org/officeDocument/2006/relationships" id="264" r:id="R218efc6e715e4372"/>
    <p:sldId xmlns:r="http://schemas.openxmlformats.org/officeDocument/2006/relationships" id="265" r:id="R16617dab14bf404e"/>
    <p:sldId xmlns:r="http://schemas.openxmlformats.org/officeDocument/2006/relationships" id="266" r:id="R7aa17539579545ba"/>
    <p:sldId xmlns:r="http://schemas.openxmlformats.org/officeDocument/2006/relationships" id="267" r:id="R6b7ce6d46b3447cf"/>
    <p:sldId xmlns:r="http://schemas.openxmlformats.org/officeDocument/2006/relationships" id="268" r:id="R6a287be5bd174e84"/>
    <p:sldId xmlns:r="http://schemas.openxmlformats.org/officeDocument/2006/relationships" id="269" r:id="R7210e9f909244f21"/>
    <p:sldId xmlns:r="http://schemas.openxmlformats.org/officeDocument/2006/relationships" id="270" r:id="R8107a95571694649"/>
    <p:sldId xmlns:r="http://schemas.openxmlformats.org/officeDocument/2006/relationships" id="271" r:id="Ree237aed144c4206"/>
    <p:sldId xmlns:r="http://schemas.openxmlformats.org/officeDocument/2006/relationships" id="272" r:id="Rc1739029a4b64616"/>
    <p:sldId xmlns:r="http://schemas.openxmlformats.org/officeDocument/2006/relationships" id="273" r:id="Rb66cc0bb7d484fe7"/>
    <p:sldId xmlns:r="http://schemas.openxmlformats.org/officeDocument/2006/relationships" id="274" r:id="R30f69e63b4cd48d6"/>
    <p:sldId xmlns:r="http://schemas.openxmlformats.org/officeDocument/2006/relationships" id="275" r:id="R9f667b2a8003498f"/>
    <p:sldId xmlns:r="http://schemas.openxmlformats.org/officeDocument/2006/relationships" id="276" r:id="R211701c660c94110"/>
    <p:sldId xmlns:r="http://schemas.openxmlformats.org/officeDocument/2006/relationships" id="277" r:id="R40f04b1d48dc47d6"/>
    <p:sldId xmlns:r="http://schemas.openxmlformats.org/officeDocument/2006/relationships" id="278" r:id="R5dce9c24590a43a7"/>
    <p:sldId xmlns:r="http://schemas.openxmlformats.org/officeDocument/2006/relationships" id="279" r:id="Rfbd3cbb1f5b94d47"/>
    <p:sldId xmlns:r="http://schemas.openxmlformats.org/officeDocument/2006/relationships" id="280" r:id="R26b89f12148040c4"/>
    <p:sldId xmlns:r="http://schemas.openxmlformats.org/officeDocument/2006/relationships" id="281" r:id="R433064793d4b44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b37a4932c4e55" /><Relationship Type="http://schemas.openxmlformats.org/officeDocument/2006/relationships/slideMaster" Target="/ppt/slideMasters/slideMaster1.xml" Id="Rdc3324d0876249c9" /><Relationship Type="http://schemas.openxmlformats.org/officeDocument/2006/relationships/notesMaster" Target="/ppt/notesMasters/notesMaster1.xml" Id="Re0975c974cac49cb" /><Relationship Type="http://schemas.openxmlformats.org/officeDocument/2006/relationships/presProps" Target="/ppt/presProps.xml" Id="R93f29b74578440f0" /><Relationship Type="http://schemas.openxmlformats.org/officeDocument/2006/relationships/tableStyles" Target="/ppt/tableStyles.xml" Id="Rd7314f1036174025" /><Relationship Type="http://schemas.openxmlformats.org/officeDocument/2006/relationships/slide" Target="/ppt/slides/slide1.xml" Id="R17d5560755354a1a" /><Relationship Type="http://schemas.openxmlformats.org/officeDocument/2006/relationships/slide" Target="/ppt/slides/slide2.xml" Id="R0b8511d21dbc4f61" /><Relationship Type="http://schemas.openxmlformats.org/officeDocument/2006/relationships/slide" Target="/ppt/slides/slide3.xml" Id="R2485511607b34701" /><Relationship Type="http://schemas.openxmlformats.org/officeDocument/2006/relationships/slide" Target="/ppt/slides/slide4.xml" Id="Rc12e2bfd6ca44db8" /><Relationship Type="http://schemas.openxmlformats.org/officeDocument/2006/relationships/slide" Target="/ppt/slides/slide5.xml" Id="Rb61aa35a146a4488" /><Relationship Type="http://schemas.openxmlformats.org/officeDocument/2006/relationships/slide" Target="/ppt/slides/slide6.xml" Id="R1be3a82110794a10" /><Relationship Type="http://schemas.openxmlformats.org/officeDocument/2006/relationships/slide" Target="/ppt/slides/slide7.xml" Id="R97c4b70c59844bda" /><Relationship Type="http://schemas.openxmlformats.org/officeDocument/2006/relationships/slide" Target="/ppt/slides/slide8.xml" Id="R252132e1ce954c5d" /><Relationship Type="http://schemas.openxmlformats.org/officeDocument/2006/relationships/slide" Target="/ppt/slides/slide9.xml" Id="R218efc6e715e4372" /><Relationship Type="http://schemas.openxmlformats.org/officeDocument/2006/relationships/slide" Target="/ppt/slides/slide10.xml" Id="R16617dab14bf404e" /><Relationship Type="http://schemas.openxmlformats.org/officeDocument/2006/relationships/slide" Target="/ppt/slides/slide11.xml" Id="R7aa17539579545ba" /><Relationship Type="http://schemas.openxmlformats.org/officeDocument/2006/relationships/slide" Target="/ppt/slides/slide12.xml" Id="R6b7ce6d46b3447cf" /><Relationship Type="http://schemas.openxmlformats.org/officeDocument/2006/relationships/slide" Target="/ppt/slides/slide13.xml" Id="R6a287be5bd174e84" /><Relationship Type="http://schemas.openxmlformats.org/officeDocument/2006/relationships/slide" Target="/ppt/slides/slide14.xml" Id="R7210e9f909244f21" /><Relationship Type="http://schemas.openxmlformats.org/officeDocument/2006/relationships/slide" Target="/ppt/slides/slide15.xml" Id="R8107a95571694649" /><Relationship Type="http://schemas.openxmlformats.org/officeDocument/2006/relationships/slide" Target="/ppt/slides/slide16.xml" Id="Ree237aed144c4206" /><Relationship Type="http://schemas.openxmlformats.org/officeDocument/2006/relationships/slide" Target="/ppt/slides/slide17.xml" Id="Rc1739029a4b64616" /><Relationship Type="http://schemas.openxmlformats.org/officeDocument/2006/relationships/slide" Target="/ppt/slides/slide18.xml" Id="Rb66cc0bb7d484fe7" /><Relationship Type="http://schemas.openxmlformats.org/officeDocument/2006/relationships/slide" Target="/ppt/slides/slide19.xml" Id="R30f69e63b4cd48d6" /><Relationship Type="http://schemas.openxmlformats.org/officeDocument/2006/relationships/slide" Target="/ppt/slides/slide20.xml" Id="R9f667b2a8003498f" /><Relationship Type="http://schemas.openxmlformats.org/officeDocument/2006/relationships/slide" Target="/ppt/slides/slide21.xml" Id="R211701c660c94110" /><Relationship Type="http://schemas.openxmlformats.org/officeDocument/2006/relationships/slide" Target="/ppt/slides/slide22.xml" Id="R40f04b1d48dc47d6" /><Relationship Type="http://schemas.openxmlformats.org/officeDocument/2006/relationships/slide" Target="/ppt/slides/slide23.xml" Id="R5dce9c24590a43a7" /><Relationship Type="http://schemas.openxmlformats.org/officeDocument/2006/relationships/slide" Target="/ppt/slides/slide24.xml" Id="Rfbd3cbb1f5b94d47" /><Relationship Type="http://schemas.openxmlformats.org/officeDocument/2006/relationships/slide" Target="/ppt/slides/slide25.xml" Id="R26b89f12148040c4" /><Relationship Type="http://schemas.openxmlformats.org/officeDocument/2006/relationships/slide" Target="/ppt/slides/slide26.xml" Id="R433064793d4b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ae5a80dcd47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95a20ec18244a2" /><Relationship Type="http://schemas.openxmlformats.org/officeDocument/2006/relationships/notesMaster" Target="/ppt/notesMasters/notesMaster1.xml" Id="R4dce8bceaca4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027ac2b3e409e" /><Relationship Type="http://schemas.openxmlformats.org/officeDocument/2006/relationships/notesMaster" Target="/ppt/notesMasters/notesMaster1.xml" Id="R9db3cdb6bb8f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5f367d403d4d38" /><Relationship Type="http://schemas.openxmlformats.org/officeDocument/2006/relationships/notesMaster" Target="/ppt/notesMasters/notesMaster1.xml" Id="R7818c70bde7141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a2b0613c5a43df" /><Relationship Type="http://schemas.openxmlformats.org/officeDocument/2006/relationships/notesMaster" Target="/ppt/notesMasters/notesMaster1.xml" Id="Ra7b00a2890554f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d2856d142f409c" /><Relationship Type="http://schemas.openxmlformats.org/officeDocument/2006/relationships/notesMaster" Target="/ppt/notesMasters/notesMaster1.xml" Id="Rf5310efea87d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751b673b0425b" /><Relationship Type="http://schemas.openxmlformats.org/officeDocument/2006/relationships/notesMaster" Target="/ppt/notesMasters/notesMaster1.xml" Id="R4b7ca90fd3fa44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a0bd96fe2f4cb9" /><Relationship Type="http://schemas.openxmlformats.org/officeDocument/2006/relationships/notesMaster" Target="/ppt/notesMasters/notesMaster1.xml" Id="R7f1f492455114d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1d862bb99d4b72" /><Relationship Type="http://schemas.openxmlformats.org/officeDocument/2006/relationships/notesMaster" Target="/ppt/notesMasters/notesMaster1.xml" Id="Rc0ad92d9563245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eb77608ceb4f08" /><Relationship Type="http://schemas.openxmlformats.org/officeDocument/2006/relationships/notesMaster" Target="/ppt/notesMasters/notesMaster1.xml" Id="R3e2263cb2f1640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8453ae66c6440a" /><Relationship Type="http://schemas.openxmlformats.org/officeDocument/2006/relationships/notesMaster" Target="/ppt/notesMasters/notesMaster1.xml" Id="Rcada44e0be8d43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befe9708b54b5f" /><Relationship Type="http://schemas.openxmlformats.org/officeDocument/2006/relationships/notesMaster" Target="/ppt/notesMasters/notesMaster1.xml" Id="R6a3629f531024d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1427ff757b4f9e" /><Relationship Type="http://schemas.openxmlformats.org/officeDocument/2006/relationships/notesMaster" Target="/ppt/notesMasters/notesMaster1.xml" Id="R341991fbe2bf45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26f8dbad514aff" /><Relationship Type="http://schemas.openxmlformats.org/officeDocument/2006/relationships/notesMaster" Target="/ppt/notesMasters/notesMaster1.xml" Id="R0b9a80f580f94c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e7b7ff06764719" /><Relationship Type="http://schemas.openxmlformats.org/officeDocument/2006/relationships/notesMaster" Target="/ppt/notesMasters/notesMaster1.xml" Id="Rc498e36d655948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527eea75824a8c" /><Relationship Type="http://schemas.openxmlformats.org/officeDocument/2006/relationships/notesMaster" Target="/ppt/notesMasters/notesMaster1.xml" Id="Rc477ffc5a5f442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0a0c55740b4d28" /><Relationship Type="http://schemas.openxmlformats.org/officeDocument/2006/relationships/notesMaster" Target="/ppt/notesMasters/notesMaster1.xml" Id="Reb9d6556177a4d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5a8f5c958b49ec" /><Relationship Type="http://schemas.openxmlformats.org/officeDocument/2006/relationships/notesMaster" Target="/ppt/notesMasters/notesMaster1.xml" Id="R550be04efa7c4c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dc9e908f3244f1" /><Relationship Type="http://schemas.openxmlformats.org/officeDocument/2006/relationships/notesMaster" Target="/ppt/notesMasters/notesMaster1.xml" Id="Ra278b78babca4f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d7fa6bd4e5423c" /><Relationship Type="http://schemas.openxmlformats.org/officeDocument/2006/relationships/notesMaster" Target="/ppt/notesMasters/notesMaster1.xml" Id="R99d277693fd347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35883b9e9a44ac" /><Relationship Type="http://schemas.openxmlformats.org/officeDocument/2006/relationships/notesMaster" Target="/ppt/notesMasters/notesMaster1.xml" Id="Rfce48f0524254e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c9f4fa4e6b44a9" /><Relationship Type="http://schemas.openxmlformats.org/officeDocument/2006/relationships/notesMaster" Target="/ppt/notesMasters/notesMaster1.xml" Id="R67546967ca314c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70790ee2dc43d1" /><Relationship Type="http://schemas.openxmlformats.org/officeDocument/2006/relationships/notesMaster" Target="/ppt/notesMasters/notesMaster1.xml" Id="R17ac554339e145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dbaeb56adda4b88" /><Relationship Type="http://schemas.openxmlformats.org/officeDocument/2006/relationships/notesMaster" Target="/ppt/notesMasters/notesMaster1.xml" Id="R1c0922a43f0646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1338da8cfb4177" /><Relationship Type="http://schemas.openxmlformats.org/officeDocument/2006/relationships/notesMaster" Target="/ppt/notesMasters/notesMaster1.xml" Id="R3de7f0391f4a4b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97db9991b2461a" /><Relationship Type="http://schemas.openxmlformats.org/officeDocument/2006/relationships/notesMaster" Target="/ppt/notesMasters/notesMaster1.xml" Id="Rcd9cfa2ce28b40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b0691d10754181" /><Relationship Type="http://schemas.openxmlformats.org/officeDocument/2006/relationships/notesMaster" Target="/ppt/notesMasters/notesMaster1.xml" Id="R5cfa9ea5da4b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586f1151a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395baff8244505" /><Relationship Type="http://schemas.openxmlformats.org/officeDocument/2006/relationships/slideLayout" Target="/ppt/slideLayouts/slideLayout1.xml" Id="R80dae48caec14e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ae48caec14e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9cddedf1f4dd2" /><Relationship Type="http://schemas.openxmlformats.org/officeDocument/2006/relationships/notesSlide" Target="/ppt/notesSlides/notesSlide1.xml" Id="R2fb08d7347494a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ad7b10ad047d5" /><Relationship Type="http://schemas.openxmlformats.org/officeDocument/2006/relationships/notesSlide" Target="/ppt/notesSlides/notesSlide2.xml" Id="R7c9751f9499e4e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241d373644c8c" /><Relationship Type="http://schemas.openxmlformats.org/officeDocument/2006/relationships/notesSlide" Target="/ppt/notesSlides/notesSlide3.xml" Id="R07c92ab811b54d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fe61cc3a4b08" /><Relationship Type="http://schemas.openxmlformats.org/officeDocument/2006/relationships/notesSlide" Target="/ppt/notesSlides/notesSlide4.xml" Id="R9cf364c7c89041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4561b437b43e7" /><Relationship Type="http://schemas.openxmlformats.org/officeDocument/2006/relationships/notesSlide" Target="/ppt/notesSlides/notesSlide5.xml" Id="Rd6a1102a2ece4b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32718fe44436" /><Relationship Type="http://schemas.openxmlformats.org/officeDocument/2006/relationships/notesSlide" Target="/ppt/notesSlides/notesSlide6.xml" Id="R0ac0063c8bfd4f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52b6064924a15" /><Relationship Type="http://schemas.openxmlformats.org/officeDocument/2006/relationships/notesSlide" Target="/ppt/notesSlides/notesSlide7.xml" Id="R68905d00500149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96fc6e5f94b15" /><Relationship Type="http://schemas.openxmlformats.org/officeDocument/2006/relationships/notesSlide" Target="/ppt/notesSlides/notesSlide8.xml" Id="Rfeac845a484944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f921a27d84fd6" /><Relationship Type="http://schemas.openxmlformats.org/officeDocument/2006/relationships/notesSlide" Target="/ppt/notesSlides/notesSlide9.xml" Id="Ra97ef7569f7e42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3f0cc04f34169" /><Relationship Type="http://schemas.openxmlformats.org/officeDocument/2006/relationships/notesSlide" Target="/ppt/notesSlides/notesSlide10.xml" Id="R977cb34a0ba047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2f6424c0453e" /><Relationship Type="http://schemas.openxmlformats.org/officeDocument/2006/relationships/notesSlide" Target="/ppt/notesSlides/notesSlide11.xml" Id="R47de56a1e36644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3b933684f486f" /><Relationship Type="http://schemas.openxmlformats.org/officeDocument/2006/relationships/notesSlide" Target="/ppt/notesSlides/notesSlide12.xml" Id="R39614417f07847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9aac88980415a" /><Relationship Type="http://schemas.openxmlformats.org/officeDocument/2006/relationships/notesSlide" Target="/ppt/notesSlides/notesSlide13.xml" Id="R8547c36ad2ea43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a46efbe6447e2" /><Relationship Type="http://schemas.openxmlformats.org/officeDocument/2006/relationships/notesSlide" Target="/ppt/notesSlides/notesSlide14.xml" Id="R434c5b7c3c324a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948f9fd5d4507" /><Relationship Type="http://schemas.openxmlformats.org/officeDocument/2006/relationships/notesSlide" Target="/ppt/notesSlides/notesSlide15.xml" Id="Rcf74b111625242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850a3c77a4620" /><Relationship Type="http://schemas.openxmlformats.org/officeDocument/2006/relationships/notesSlide" Target="/ppt/notesSlides/notesSlide16.xml" Id="Rd7b7534de3ae44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6590f477f4a28" /><Relationship Type="http://schemas.openxmlformats.org/officeDocument/2006/relationships/notesSlide" Target="/ppt/notesSlides/notesSlide17.xml" Id="R215ed58d39354d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2ad3e5a04268" /><Relationship Type="http://schemas.openxmlformats.org/officeDocument/2006/relationships/notesSlide" Target="/ppt/notesSlides/notesSlide18.xml" Id="R7447c5a169384f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14508e89d4d91" /><Relationship Type="http://schemas.openxmlformats.org/officeDocument/2006/relationships/notesSlide" Target="/ppt/notesSlides/notesSlide19.xml" Id="Re9b4c7c9ebff4b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342b33fea4b42" /><Relationship Type="http://schemas.openxmlformats.org/officeDocument/2006/relationships/notesSlide" Target="/ppt/notesSlides/notesSlide20.xml" Id="R803bf240e72f4f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0d7fda8c74f35" /><Relationship Type="http://schemas.openxmlformats.org/officeDocument/2006/relationships/notesSlide" Target="/ppt/notesSlides/notesSlide21.xml" Id="Rf23158ff1a8c4b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fe1fa74284a5a" /><Relationship Type="http://schemas.openxmlformats.org/officeDocument/2006/relationships/notesSlide" Target="/ppt/notesSlides/notesSlide22.xml" Id="R5ae92c41c95c46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19761373a4feb" /><Relationship Type="http://schemas.openxmlformats.org/officeDocument/2006/relationships/notesSlide" Target="/ppt/notesSlides/notesSlide23.xml" Id="Rc1affa150e1a45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1177670ab4250" /><Relationship Type="http://schemas.openxmlformats.org/officeDocument/2006/relationships/notesSlide" Target="/ppt/notesSlides/notesSlide24.xml" Id="Rd0ff5e5a705a47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2e190126b4bb8" /><Relationship Type="http://schemas.openxmlformats.org/officeDocument/2006/relationships/notesSlide" Target="/ppt/notesSlides/notesSlide25.xml" Id="Rf53724e4575645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72027aec24745" /><Relationship Type="http://schemas.openxmlformats.org/officeDocument/2006/relationships/notesSlide" Target="/ppt/notesSlides/notesSlide26.xml" Id="Rd7f42246d957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9131C-DDE6-4BAD-8565-0FA14B6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基于 MJLab 的云深处 Lite3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B7FF3-AD20-4884-80F2-B2DC071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Velocity Tracking 训练与部署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93F83-ABE3-4F5E-A6AF-9CD46BF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从上游 MJLab 到 Lite3 任务移植、native MuJoCo sim2sim gate、ONNX 导出和 Lite3_rl_deploy 真机部署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91344-DDCA-4F7E-92B0-ABBD8255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9512C-D226-46A2-9B4F-E95E16A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413CC-B199-46B7-B282-FA883C68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训练/部署相关差异文件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8EFF7-C98E-4231-B654-6A739F8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D6505-B0F3-4BA2-BCA5-12E36D7B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529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3556+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4C5A3-D18C-4713-AD60-A051662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91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相对上游新增/修改行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765F7-E6E4-4099-A81C-EFE8D34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C93D1-9AB1-48E5-B17F-BDC18E3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B35"/>
                </a:solidFill>
              </a:defRPr>
            </a:pPr>
            <a:r>
              <a:rPr sz="2700" b="1">
                <a:solidFill>
                  <a:srgbClr val="FF6B35"/>
                </a:solidFill>
              </a:rPr>
              <a:t>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D5873-0146-4A7B-9E0E-681A5D90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最终部署 observation 维度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B7F0A-E093-478D-85A0-A375F2E6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1CEC8-1DC9-4C97-8E4D-19BE1C5E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8494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B01FF-1533-451D-8A85-EAB322DE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核心结论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14411-6181-4A02-BD51-6AA63F9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这项工作不是改名，而是把 Lite3 接成一条闭环链路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67A9B-44CC-4209-9997-31C2F59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0CCB6-35FA-41BE-BC08-9276B91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1CEDD-959A-4AD3-9CF2-041735A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CA99A-5B0C-4CF4-B53D-C70D0C4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模型接入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73721-3136-4BF5-AE30-CD17A351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Lite3 XML、mesh、关节、碰撞、actuator、action scale 进入 MJLab asset zoo。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A6D04-014E-44A3-91FF-DD864B86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A8D27-E892-4F6B-8007-EC0FEC04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B5146-32D1-4076-8085-DE5400E2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3A09F-6F2C-4049-90A0-29D48630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训练任务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616F9-B893-4822-9D39-7E44B31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基于 Go1 velocity task 模板，重写 Lite3 接触、奖励、终止和 PPO 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E81B0-61F7-4E65-A70C-C739FBBC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094B4-69E0-4677-9317-B59F60FC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D7AEE-D3D5-4CA1-AF1C-F608E601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543E8-8A1F-4754-93D5-487B264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sim2sim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FF48F-C282-45F7-B78D-5F95D56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用独立 native MuJoCo 验证 checkpoint，不再只看 W&amp;B reward。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79829-0431-4FB2-BCBB-D05F70B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64527-9D20-41D9-A025-8D9BF24F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2C6EA-DFB9-4788-A3BF-02638890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4DD0E-CFE7-4C70-99A2-F4368E5F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真机部署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5B1B9-4901-4C84-8866-E814622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7660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导出 45 维 ONNX，并接入 Lite3_rl_deploy 的状态机和 SDK 接口。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8CFF2-92F1-4B60-8D93-C1FC68D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FABF6-D8B1-4EEC-86F5-C64DF4F4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6419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4B041-F7F2-474C-8EAF-ABBFC0B2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上游 MJLab 提供框架，Lite3 任务需要自己落地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502C0-AC0B-4F04-801B-21E00965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7DBC7-3EA6-4F20-8FF2-B29BABF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上游 mujocolab/mjlab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D3832-1AEC-4119-A13C-EA46F4B4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当前 mjlab-ysk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2687B-5D36-4085-8F54-E5948A69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E13A5-2486-4F75-8365-9FFC0C4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B500-A169-4569-AE49-BA9A0FB5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91723-1FC9-4345-A0A3-5B6F5C0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通用 ManagerBasedRlEnv 和 MuJoCo Warp 后端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1676-B490-42FE-BF10-A0B2255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6C686-81CD-425E-BB8C-CC4D1675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已有 Unitree G1 / Go1 velocity 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E351A-289E-4741-8B9F-3E5B3E97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A59A8-75D4-440E-89CA-67E130B9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velocity 任务框架、reward、command、terrain 基础设施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DF34E-7257-4D43-9E53-C9820391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76346-C2D0-459C-80FB-C7BC3408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没有 DeepRobotics Lite3 官方任务和部署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85901-326C-4211-937A-6889D71A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8D28F-870A-4655-B4FE-EBA7F0D5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deep_lite3 asset 和 task 注册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2D0BA-E7DD-435E-A177-7D2EDA5C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D5930-5CF6-4900-8B5D-AC4C3D9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Lite3 flat / rough velocity 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069F4-BA8B-4445-A045-4308AA9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824E6-3604-46D0-8D5B-FF98E437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Lite3 接触、摩擦、非法接触和动作尺度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311F9-5988-496A-8A2A-610D3B86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9B8E3-A503-4D83-8C89-5F75AF7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native MuJoCo 验收与 ONNX 导出流程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DACB8-323B-48AA-87F8-FFCB4DC2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822BD-8E92-4D96-90E4-978AA0AD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3943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5B45A-7D53-487D-8F24-A5A2AB50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相对 origin/main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49CD5-A389-4CC3-A571-C97DC72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文件级 diff 显示 Lite3 工作覆盖了四个层次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4F71-832E-4C9E-B961-5E5E44E4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299A5-60C7-4FBA-9218-0F8BCC7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818DC-4681-4F83-A73A-A4183D4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2AFCA-3E4E-4535-B878-179654F3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训练核心文件：asset、task、PPO、MDP helper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DD647-5F52-4711-859C-1E4E9887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0A037-AD83-4985-9F10-E6E25106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77B4"/>
                </a:solidFill>
              </a:defRPr>
            </a:pPr>
            <a:r>
              <a:rPr sz="2550" b="1">
                <a:solidFill>
                  <a:srgbClr val="1F77B4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F9064-F40A-4EFB-A03D-73D3E1C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测试文件：Lite3 contract、terrain、command、task registry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1E71C-CC93-43F9-9E85-C34A3678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0EC49-BBE4-4C5E-8DED-E3A105E9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CA02C"/>
                </a:solidFill>
              </a:defRPr>
            </a:pPr>
            <a:r>
              <a:rPr sz="2550" b="1">
                <a:solidFill>
                  <a:srgbClr val="2CA02C"/>
                </a:solidFill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341C1-00ED-451A-BBD0-F44016FD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deployment 文件：native MuJoCo、gate、export、robot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F7E43-91C5-40F0-9209-758B7A5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5B2D7-A864-451E-B8E5-716DA7F4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2728"/>
                </a:solidFill>
              </a:defRPr>
            </a:pPr>
            <a:r>
              <a:rPr sz="2550" b="1">
                <a:solidFill>
                  <a:srgbClr val="D62728"/>
                </a:solidFill>
              </a:rPr>
              <a:t>3556+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BB40C-CD18-4252-9AE4-37457EC8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新增/修改行，包含 Lite3 模型和工具链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4DEE9-EA71-4FF5-994D-FBA4868C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28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BA002-B9F6-4799-B737-CF89E3F3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差异不是集中在一个配置文件，而是贯穿 asset zoo、velocity task、MDP 工具、测试和 deployment。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0DFE9-84E1-4ED5-BE12-05E71CA3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这说明当前分支已经不是原版 MJLab 的一次性脚本，而是面向 Lite3 的训练和部署扩展。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6A979-7F21-4938-A300-98DCD25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A4924-1EE4-4A09-83CD-DEC78151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8592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43F95-44F6-4403-8468-B4D6F649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Lite3 机器人 asset 定义了训练时的物理契约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BA21D-479A-4852-B308-8CD2044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5482C-A43E-4784-B571-75B33C41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新增文件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53FF2-44B7-4F2C-BEDD-54408F36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关键参数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56FCB-E5B3-43B1-93EF-6664C919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F178B-C36A-4E05-B440-BEFC817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4E9DA-20FA-46E9-8C84-DFCC990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5C098-0B3A-41B2-BCA4-03506892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src/mjlab/asset_zoo/robots/deep_lite3/lite3_constants.py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95797-3F2F-417B-A195-A41ECFF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CCBA4-D27F-40C5-B6C0-9D54B1D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src/mjlab/asset_zoo/robots/deep_lite3/xmls/Lite3.xml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C024B-9957-4FED-84DC-CB472E85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552B5-9D9E-4215-BA4D-E618BD0F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src/mjlab/asset_zoo/robots/deep_lite3/meshes/*.STL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FEB9D-5C99-452C-AEF0-006F749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F6C91-DFD4-43E5-A00F-A9542B7B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src/mjlab/asset_zoo/robots/__init__.py 导出 Lite3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1761D-62C2-424F-93A7-0EFF8BC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77741-1D21-4910-9EB2-3D1E7456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默认站姿：[0, -0.75, 1.3] × 4，base height 0.35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CB140-F65E-41DD-8C2C-3E4E5090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101DD-CADB-42E8-8A2A-E76E9C43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PD actuator：stiffness 30，damping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CB5FB-B73E-44F7-8B49-58CC050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93E12-6541-4FB0-8097-7D61D0DE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effort limit：Hip 24 Nm，Knee 36 Nm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85BF3-DD3E-427A-B572-82CCECED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AC8D2-66A4-4F44-BB8B-16C8583A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action scale：Hip 0.2，Knee 0.3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DF6DF-F63E-4EDC-9C82-4D2E796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345E9-E1ED-4440-BFF9-275805E3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726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FB562-8A5D-4548-9D1D-14CA1F6E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Lite3 不是直接复用 Go1，而是复用四足任务骨架后重接所有命名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32D03-CA36-4C35-AC04-8C8CA927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C7CC-E747-45D4-A97A-65C338DF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Go1 模板提供的结构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F598A-901B-4EEA-AB03-E60279F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Lite3 必须重新适配的实体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23E4B-8514-4FF1-87BA-F524EAA7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D5D7F-794C-4B46-9ACC-5C993E0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60F37-E0E5-40B6-926B-362BE4C2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E5FA-1897-4C84-B272-28FFA16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rough_env_cfg / flat_env_cfg 双配置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23B8C-AE69-4E7C-AA36-96109CF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B24FD-2277-4924-9E10-FDB65C8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foot contact、self collision、limb ground contact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CB3C8-A113-4175-BB2C-E333F12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8A0F8-CAC7-4881-9514-E70AD865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foot friction slide / spin / roll 随机化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94846-FB02-4B53-8AAB-54D916F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7D7D1-5606-4CBA-8C0D-780ACB26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pose reward 按 standing / walking / running 分段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56DF5-2EAE-44BC-83DF-0853521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04046-884C-40AA-BCF6-2C0C418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BASE_BODY_NAME = TORSO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A7B27-AEBD-4832-87AD-0CFFFD1F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111C6-AD01-4FD5-A648-799C1736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脚：FL / FR / HL / HR_FOOT_collision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95AA3-2F4A-4219-9F8D-7BB886AC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07EBE-9FC9-4ACD-81F8-2163D97A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站点：FL / FR / HL / HR_FOOT_site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E3DEE-2EB9-4B48-9155-13DD7FD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66631-42FE-443F-8D70-27DD1F00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大腿、小腿、躯干非法触地几何体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C3640-B343-4AA0-ADBA-AF08DAFA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C0B87-81FA-4CA9-9CA0-EEB9EC05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5357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57D49-77F3-4B2A-9E11-0E6A5796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Lite3 接触配置直接影响能否从 sim2sim 走到真机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049B4-C518-4B2B-8B81-F0C472C6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5CADC-2FCE-4D86-91B5-7443030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新增传感器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EF5EE-7BA5-4C80-9A73-C25748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为什么重要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7B857-391A-425F-9FAC-911421E0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3A26D-B8D1-4908-938E-3E0CFB02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440C-4C79-45FE-A1B7-96C6408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390F-496B-429F-9D07-E391E102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feet_ground_contact：脚底触地和接触力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94263-38FD-4FAD-8D47-E464A82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9E927-97E3-46E8-9CB3-1D68FF0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thigh_ground_touch：大腿非法触地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C0F0A-F1F5-4674-8F85-8D884C5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69CD7-F102-475E-A1C4-A194BAC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shank_ground_touch：小腿非法触地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69B78-507E-46D2-A79C-EF2AC253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C0B28-5BD5-493F-9796-59A73BFA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torso_ground_touch：身体触地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547FE-A2CC-4236-9C39-BF5D3C87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40F1D-6EAD-46EA-BCDD-DF310ED0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避免 policy 学会跪地、拖腿、身体擦地等投机行为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217A7-D3BF-4165-88BB-5D7A118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37DCD-C7A3-41CB-B980-35862C0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给 foot clearance、slip、illegal contact reward 提供真实信号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DDAB2-7366-42C9-B6C7-E571E5E5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18734-34AD-4F69-B07E-9244931E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Lite3 XML 的 geom/site 名称不同，不能沿用 Go1 正则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79C8B-7F9E-4FB9-8CB6-FE6635B7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BD0B9-F27A-4060-8B21-559137D8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native MuJoCo gate 也依赖这些接触定义是否一致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C0381-FD23-43CF-84A3-B6CC2D0D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CA03E-0A07-4502-A75C-0F1B8709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370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29437A-F29A-4331-A565-42DDE4A8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脚底摩擦被拆成三个方向随机化，而不是沿用默认单一摩擦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6325F-B8E9-4492-816D-6269B36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A9FC6-D4DA-47FF-8F98-E0A3A183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配置变化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56206-B411-4C34-86E0-909CB09F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训练意义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4A3D6-E1E4-4DF4-AEA2-D6D09FF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3D9F7-2B89-466A-BA9F-4F0B0500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68C91-AA79-40C3-9033-517A5A3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26387-1D05-4069-82D0-D68BE3CC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删除默认 foot_friction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70953-DF40-4C65-B2A6-DE5CD44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9E007-997C-426B-B951-7070A62E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foot_friction_slide：0.3 到 1.5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9B309-C5FF-4396-96F8-00EE334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D1030-544D-4E2B-AE35-F1406D7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foot_friction_spin：1e-4 到 2e-2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484E4-B1A1-45B5-ABF4-D2DB5DE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D5586-54F0-47C7-8A11-5EE84609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新增 foot_friction_roll：1e-5 到 5e-3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3D474-54EA-42BB-8020-BF310375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800E7-9BFE-4639-8099-4543087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让脚底滑动、旋转、滚动摩擦都变化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F51D7-AAC2-403E-A0D8-D51E1EFE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5264F-EC72-49FA-9B36-B0F8AF7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减少对 MuJoCo 单一接触参数的过拟合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1977F-8E2A-49C5-ABCB-9BCB78E3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27499-6F2A-4150-BE29-02D11E8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更贴近 Lite3 真机脚底和地面的不确定性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7EB6B-567E-43A0-ACEC-E21F2614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CCC7A-3D87-4D61-9FCD-E980E6CD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为 rough terrain 和真机部署保留鲁棒性入口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96E4A-E4F7-45B1-AC77-45B49484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BA3CF-2650-4884-B548-E9E4CFF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213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028A1-AC25-45D2-9C82-A1F2115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reward 调整把目标从“能动”收束成“合理地走”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D5997-8445-4D13-B998-1BE66BE3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CF40F-A9B9-490F-929C-48F0D73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Lite3 reward 调整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CB8A4-E544-48D8-B2B1-DD9DCC1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非法行为惩罚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42F53-7BAE-4199-B5A8-F2BBB5A8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87D89-624E-48D5-AEA3-27F2D7C2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8E383-7676-4BF6-ABDE-BF0D6D90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C9883-C122-4087-AE09-3A31EDA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foot_clearance target_height = 0.08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61C7C-2A40-4061-87E2-581CE7C2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3EB22-C2E7-41A0-8987-4FD9212B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foot_swing_height target_height = 0.08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1BE54-AAA8-40A1-8284-3397502F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5679E-F2C3-4589-9D5C-B2AA2441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foot_slip weight = -0.25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D0466-C80F-4E2F-A530-259B380F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BFE7B-228D-4FA2-8057-355F1C70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body_ang_vel / angular_momentum / air_time 权重置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12208-A6CB-4EC0-83DA-BAD6CCF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56C15-A114-4691-8222-25E65B9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self_collisions：-0.1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C5C5B-AD55-49B9-8D15-7349A25D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2C76D-317A-4B6F-B298-22CF2A1A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shank_collision：-0.1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E3352-8054-4F4B-89F1-CDB0557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4F0A7-C4F9-4CFD-B2AE-F77CE55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torso_collision：-0.1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A11CE-DBE2-474D-9D1D-E4290F50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23DC1-3917-40A9-8A0E-D2EF992C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illegal_contact 替代部分 fell_over 逻辑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866F3-478F-45F6-969C-CE77A65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52CF3-4F20-4BE3-92B1-684059C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0401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4E985-B3CD-4B6B-853B-710628C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flat 配置不是 rough 改个名字，而是专门裁剪出平地训练面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49A33-90A1-4DE2-8345-C3C31F4B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BC6BB-5CB9-4DB6-BCAD-D07A4341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rough 版本保留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65F99-D50C-4884-8627-D0AF991C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flat 版本裁剪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5F875-0CC8-4B4D-91E2-B783CE70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8CD57-55DF-4D11-83D4-C3A5EE30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12220-8B6E-484B-A3BD-CBB3F82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0BA3E-6E24-4E45-8DB0-B4D3FD3D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terrain generator 和 curriculum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0F853-4647-4CBF-BEA0-BB282CDB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BB425-4AD6-4BB0-996E-9DBBF4ED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terrain_scan 与 foot_height_scan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D8F57-CB75-42DB-A4B5-B2A81E9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CF355-5190-4C31-ABF8-18CDD3B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self_collision 等高开销传感器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987C5-0C52-4349-8861-FB9ACA4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C4F71-DCCC-49F8-98C9-13694A51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更高 ccd_iterations 和 contact_sensor_maxmatch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F352A-E4D7-42BA-83BA-C0E2DF6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9BB9-BB23-413B-B686-2E172D4C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terrain_type = plane，terrain_generator = None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20FE6-BC30-41CB-87EC-5BBF871B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2F710-572E-4757-A9B0-E873A95D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移除 height_scan 和 terrain_scan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C2F7B-F585-4256-A5B9-CAD0B5A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0AE81-84A0-4CD4-A55C-D5051040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contact_sensor_maxmatch 降到 64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F11E-DBFB-43FA-B491-6B5DE9B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288D2-2F01-4EBA-8848-ED27F2C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移除 out_of_terrain_bounds 和 terrain_levels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98FDF-E857-400A-A8E6-2E3982A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AB668-F54A-4B6C-8718-94EDD07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56844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6DB4D-A5A7-4E8F-B10A-3C3B9C9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PPO 配置为 Lite3 单独注册，并与部署 ONNX 契约保持一致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0A4D6-4E70-4879-8A21-405A7291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EB0D6-DCE5-46F5-A241-C68D3D5E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训练超参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31AA3-2AF7-4A53-B618-75EB5E90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部署契约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B779A-A1F8-4AD9-AF2B-1802BD10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75A9A-03C3-493D-9A12-C55E864F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851CB-84A1-4FBD-96A1-77E37259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09428-3015-44B3-99C4-06AB07E0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actor / critic：512, 256, 128，ELU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B1C80-8ECD-43C9-8948-4D00A24F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BD834-020E-4F96-AA1C-2FB9EF62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Gaussian init_std =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A84BA-680B-4C87-A1BF-AEC457E4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43F32-E119-4A33-97AF-3EBBFCBB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num_steps_per_env = 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7C494-837E-4068-8085-70B19C4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86DF9-BC84-436B-9251-C6A95E6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max_iterations = 10000，save_interval = 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0F7B8-7034-4AD6-B746-D5BD78E9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92C43-8B73-4A75-8549-C752D0DC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最终 policy obs_dim = 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4F971-EC60-40C4-B7C2-640C95DB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24E06-7C29-4951-93FA-1AB898FB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不再使用 gait_phase sin/cos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7C438-E5B6-4657-AB81-9E244E6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FA91A-EA48-4F3A-8AF7-8AD11056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ONNX 输出进入 Lite3_rl_deploy 的 policy/ppo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39DA9-298C-4B3C-BD61-6F08FCA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089B7-558B-4831-A49B-D3CE604B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default pose、action scale、PD 与 C++ runner 对齐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54D43-859C-439B-AC47-3501D81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72519-DDDE-4143-B3C0-2D4D719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4885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CA01B6-22B0-470A-819A-265AF24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MDP helper 的小改动解决了训练过程中的真实数值问题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8D134-20D0-49CE-98C7-A67BA740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A6041-6232-43F5-BA93-ADC542EB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新增 action_l2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9268-23A7-411A-8686-A817D6E3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terrain 与 command 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BB02A-46F5-49DE-BCAF-00DAF0CE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16C62-734C-4EE9-A932-0731E1E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D43D3-3F88-476F-B326-43C8D2B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2B4D2-2DF8-4820-87EB-3FDC5BA1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src/mjlab/envs/mdp/rewards.py 新增 action_l2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E53C2-0BF7-49C7-BB66-990286F3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6F236-0732-4776-B60A-ED4AE46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可用于惩罚 raw policy action 幅度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866F5-32DC-4444-93DD-753A72D2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2BCFF-9C79-4781-8D90-593D1094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为后续控制动作爆炸提供 reward primitive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CC3D0-165D-4D50-B299-084BA8A1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D4294-6431-4D52-BF6A-BCF04FE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terrain normal 拟合过滤 NaN / Inf ray hit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B79D8-488F-4190-A408-FE71A80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74AA2-F64B-42E2-A4B9-F90715C6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退化点云 fallback 到 [0, 0, 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FF655-07B1-404A-A956-6F48FB40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28C8C-4C0D-4A24-AAEC-DBB0D2CB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velocity command GUI 支持零范围和非对称范围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EED71-C0D4-4DA0-B776-E6F54F6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7CA71-18B6-438F-9CC6-56853F10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避免 rough 训练和可视化阶段出现 NaN/滑条异常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96D90-1F16-440D-8819-634424C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A1C36-E481-47D0-AE8F-C45C427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4271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B3059-14C3-4FC5-8536-05D516F1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差异矩阵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DD425-722E-4B3D-A688-182D1B3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训练代码的文件级差异都落在明确职责上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A86C9-B74C-4B05-B91B-15698E5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161FB-1C6F-411F-A641-5EC284AD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FF2C7-66E5-4ABC-B4C7-FD170F7D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asset_zoo/robots/__init__.py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D88D8-15E9-41DC-9773-3762398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导出 LITE3_ACTION_SCALE 与 get_lite3_robot_cfg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CAFF1-E1C9-466F-A43F-397F0EA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4E796-CB37-4CED-8395-17D004B1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deep_lite3/lite3_constants.py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4F059-CE5D-4084-A5C1-021040D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Lite3 XML、actuator、默认姿态、碰撞、action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BC83-A3DF-4963-B3FF-D7745FA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95880-E9AC-411B-9CED-BA175CC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velocity/config/lite3/__init__.py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527F0-706A-4F14-908C-4A1DD4C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注册 Flat / Rough DeepRobotics Lite3 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5DB5E-748D-489F-84FD-BC423399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7F858-A08D-43C9-BFB2-179EA9A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velocity/config/lite3/env_cfgs.py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A9688-A8FF-4617-AD51-9A1BF20D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Lite3 接触、摩擦、奖励、终止、flat/rough 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74712-CAC7-470F-8F90-D590984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1ABFB-1EE3-44C4-BF87-9CC65A53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velocity/config/lite3/rl_cfg.py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FFC4-91DF-4671-8A99-29C55B0D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Lite3 PPO runner 与实验名 deep_lite3_velocity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D9ED9-92E3-42C7-B02D-3D8B0F5B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16FB4-E15A-4E15-8EDD-966EEC33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envs/mdp/rewards.py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3EB62-343A-42F8-80F5-7A18BD4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新增 action_l2 原始动作幅度惩罚函数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84F29-6BD5-4D6F-871E-0022674B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6D7BC-8D7F-4C77-BEB9-B7DE06F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velocity/mdp/terrain_utils.py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80340-7AC8-43C9-8CAA-2128F77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raycast NaN/Inf 与退化平面拟合保护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49B7D-DA2A-4FD2-B069-AF5C3CF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82E0C-A926-47D6-B46D-627CF1C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velocity/mdp/velocity_command.py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805D8-1998-4D6C-92DF-14B53E6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命令 GUI 支持零范围和非对称速度范围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69693-F986-4891-B806-F99597F1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90F828-37DB-4717-8CF2-66A05513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24395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C8C95-E056-4865-ADAA-927C596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验证文件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7A981-3D05-4495-978E-54102D53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测试覆盖保证 Lite3 任务不是靠记忆手调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BDDF9-02E9-46A1-8C6A-4293E97A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36B6-F326-4FA2-BF85-4797C66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9CC69-4806-4C71-8788-597A7D0E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test_lite3_constants.py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76B0F-AF67-4E48-B2FC-F0461CA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检查 default pose、PD、action scale、foot regex、XML site/sensor、zero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E4520-D4E6-4AA5-81FA-247C39C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91302-2D3C-49F9-8742-25F315F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test_velocity_task.py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98030-F9F8-4AD7-95F4-B95EF97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检查 Lite3 task 注册和 action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7D040-89C2-47FA-80E3-3E086BB6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E91A4-9A45-4B72-A9FF-00ECACA8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test_terrain_utils.py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190BA-F8B4-4571-8D94-E41E8E4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检查 NaN/Inf ray hit 不污染 terrain normal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A6EF1-B61B-49BC-A272-6F3A896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E2D17-DA66-4574-970D-188B4385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test_velocity_command.py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A869E-8AAB-4A0E-BF19-9A6A61E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检查零范围与非对称 command range 的 GUI limit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248C6-5E27-40DE-9511-3E1CDF3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31F46-55BC-40EB-ABFF-1100EFD6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317356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D4AFD-B045-4AE9-A724-CE04918E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训练迭代经验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12FC6-422F-43B4-BB74-655FB668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旧路线证明速度对不等于真机友好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65C32-1171-4014-98BD-B5407CB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74077-73FD-4CE9-AF45-BB0C904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D52CA-9E82-4FD6-B0DC-E108F332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旧 47 维 gait phase 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6F293-F38F-42B3-A4BD-97D81A02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DEA49-77ED-4C70-862A-F414BBF9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native gate 可以追到速度，但 raw action 偏大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0AFC7-6786-459F-A956-26B05EDB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034B9-F638-4A58-9658-4A2DB21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固定 gait phase 容易对接触相位过拟合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C33CB-2EBE-4BF1-B263-D71CFA3C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5C4D3-35FC-409A-96C8-4293206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target clamp 隐藏了撞边界问题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88655-5CE9-4D5C-A178-21616B8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69E30-6E21-48E3-BEAB-A9320AC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真机表现为抖、响、碎步和偶发飞腿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79EAD-B9CC-4F73-B2F4-A05D7F46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7E38B-26B3-41D2-A38F-C8685305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当前 45 维 deep_lite3 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09833-B199-4EA0-AB7A-2ED604DE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3B926-D618-479F-9BD4-45419E4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无 gait phase，更多依赖状态反馈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4BB32-640D-42F5-A944-06C74AFE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B5927-1FF2-48DA-9388-0447406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908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action scale 与 Lite3 deploy runner 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4251E-EA5D-4410-802B-4397D9E8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7B761-E267-4F96-BF7D-10C1167A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raw action 小，target 更少撞边界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E3A0B-42E8-4CD8-8D18-56A1A43F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31A1A-9DFB-422F-9930-6947BB4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native MuJoCo 速度和姿态同时稳定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7B96B-E36E-41C5-A114-A7A2100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7EAE2-5F3B-4D64-8C0B-6F7978CD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048882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37826-6235-4A1B-B1C0-B29F2CA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sim2sim 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AA29A-145D-47EA-9B3E-1EFFF3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checkpoint 选择从 reward 切换到 native MuJoCo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6B9E0-4C3F-4C2A-8612-C800C126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966F4-FCDD-445C-B0CF-D1FC2042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40C12-7435-4C08-A589-3F1436D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ED5FA-D5D9-48F4-8C71-60205C4C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合格方向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A4A9D-F725-475D-BCA6-1605FB2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009FC-9D6D-4204-84E9-31C1934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mean_vx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25C16-0D81-45A2-BC34-C6679C5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速度是否追踪命令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E45CB-7542-45F1-8B89-869E579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cmd 0.4 时接近 0.4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CD764-6AAD-484B-BEE3-883DADD2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DF53E-68B7-4AA2-97CF-18E3CA72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mean_vy / mean_wz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34ED5-79F7-4DE0-838E-34039AF1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是否横飘或乱转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6F984-FED2-4A57-B311-868777E6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接近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A7E81-C8FD-4C04-9370-28CCA182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B77BF-3299-44B1-B0CA-EF33B2A7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mean_z / tilt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FE3BC-B5E9-44CC-A360-A8EF9598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身体高度和姿态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C0112-099E-4A56-959F-E70F5D4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稳定且 tilt 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932A6-FA57-464D-9AEE-6E7F5F7B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FD53F-A0EA-4C2A-8012-B2CB01DF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mean_abs_raw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CFB2C-AEA0-4EB4-B312-56797A2B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动作平均幅度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34C70-8EDA-401D-9452-EBBD7C82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越小越真机友好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EE743-5471-46DD-BF2A-E39D4BE0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5FE45-2A69-411E-BB21-33DB30F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max_abs_raw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8EDC7-DAF3-4B5A-B12B-CA9A4AD5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极端动作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0EC66-ED6C-4AC2-9397-E6543F5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避免爆点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F16FB-3CDB-4ACE-8116-95C8BF21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B23CD-796E-4F16-9407-BB95694B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frac_abs_gt_1.4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8A572-37B3-41C0-B2BC-D1F9E7A1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大动作比例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94B86-1B0E-49E8-A789-9672E5B3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越低越好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539E9-CA34-4C3C-865C-8E3EACF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4A76C-0269-4290-99FD-39438440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06620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A8428-57F9-4ACB-B632-09B0133D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训练结果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632E0-8364-4BAF-977D-29D5DBA3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最终 checkpoint 在速度和动作质量上同时通过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296A-4C62-4782-BEF0-62B0B023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9D59D-898E-4EDD-A3AA-91C36D4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E810C-F0D8-4B66-BD6F-92B5ACCC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CA02C"/>
                </a:solidFill>
              </a:defRPr>
            </a:pPr>
            <a:r>
              <a:rPr sz="2550" b="1">
                <a:solidFill>
                  <a:srgbClr val="2CA02C"/>
                </a:solidFill>
              </a:rPr>
              <a:t>0.400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C5910-0323-42B2-AB6D-A9EB7807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cmd_vx=0.4 时 mean_vx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8CFB3-3843-497D-A2CC-A7B373D6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84B24-AB76-4A4F-9781-0D6543F5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CA02C"/>
                </a:solidFill>
              </a:defRPr>
            </a:pPr>
            <a:r>
              <a:rPr sz="2550" b="1">
                <a:solidFill>
                  <a:srgbClr val="2CA02C"/>
                </a:solidFill>
              </a:rPr>
              <a:t>0.342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C3357-7193-45B5-B7CE-A56967A9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mean_z，高度稳定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F965B-2801-4B53-9A24-3505046E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069F0-4D37-45B7-B011-0554224C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CA02C"/>
                </a:solidFill>
              </a:defRPr>
            </a:pPr>
            <a:r>
              <a:rPr sz="2550" b="1">
                <a:solidFill>
                  <a:srgbClr val="2CA02C"/>
                </a:solidFill>
              </a:rPr>
              <a:t>0.045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3451D-3D54-47C5-B2CE-4B2A80D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mean_tilt，身体姿态稳定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9604C-D204-460B-BB74-ADE204E8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D2F19-7D46-4C86-851B-28F3E966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621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CA02C"/>
                </a:solidFill>
              </a:defRPr>
            </a:pPr>
            <a:r>
              <a:rPr sz="2550" b="1">
                <a:solidFill>
                  <a:srgbClr val="2CA02C"/>
                </a:solidFill>
              </a:rPr>
              <a:t>0.566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145DB-09B3-4745-831A-86F6AAE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mean_abs_raw，动作幅度健康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3354C-9D23-4446-8F19-5722A112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19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2735B-079F-4248-82A1-23DEB95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选用 checkpoint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01A04-E780-4849-9731-E0280E8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logs/rsl_rl/deep_lite3_velocity/2026-07-22_21-23-41/model_9999.pt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B77BC-BC8E-4B38-A367-112165C9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它不是单纯 reward 高，而是在 native MuJoCo 中同时满足速度、姿态和动作幅度三个 gate。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D3B97-9FA1-4969-A9E1-89A56D3F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2E610-BB77-4DCA-BFC0-0504F399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4891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B38BB-36BC-414E-812D-7845C787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export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71CE3-7B0A-4526-A344-0225234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导出 ONNX 是把 MJLab policy 变成部署契约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03FB7-56A0-4FAC-BAF0-C9CD1A2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39922-95EB-4935-8432-5E31A6F4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38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968D9-5040-4435-99D4-9C282919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uv run deployment/lite3_flat_3800/export_sim2real_policy.py --checkpoint .../model_9999.pt --output-dir ~/Lite3_rl_deploy/policy/ppo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082D0-0866-4CAA-A41F-F8292EB1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644A3-95D5-4B50-8616-9C920F9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56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输出 policy.onnx、policy.onnx.data、manifest.json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92C6C-6A7B-48FA-AAAF-369E150A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ACB8F-2AFB-46C9-BFBD-6037332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57600"/>
            <a:ext cx="956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输入名 obs，维度 45；输出名 actions，维度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0F809-6956-4625-A9EA-13F30C30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D4B84-D70C-4EF9-8D74-65736F8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956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manifest 保存 checkpoint、obs order、action scale、default pose、policy_dt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7100E-6EEE-4AF6-AAD6-A1B1EE07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45A0A-2691-4CF4-9155-58868E44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956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C++ runner 读取同一路径和同一套数值契约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25938-5C6E-4CF9-904E-11CB7B7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4F6E5-7B7F-474B-AAAD-459A9134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171572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1FF17-A4AF-4F00-B2B1-213D355A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Lite3_rl_deploy 保持官方状态机，但 runner 读取你的 MJLab ONNX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3CC8D-3A41-4E45-9FD4-F1DA34B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B4B9F-AB41-48F8-9048-B5E4B36F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官方部署骨架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74D00-386A-4ED2-8159-AE403172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当前 runner 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1A7DA-839D-4302-AF23-6A282A7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DBC8E-CE92-4C48-925D-81CBD0C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7C490-4449-4569-92D6-BED7B7A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5F41C-C804-4CC3-A844-52B7A4F3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Keyboard / Gamepad user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7CA7C-248D-4330-94C3-752EF08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012C-144A-411E-A68C-37FF0EDE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Idle -&gt; StandUp -&gt; RL -&gt; JointDamping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87960-31F0-4940-98A8-9141C15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93388-D419-436F-B700-1D286911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HardwareInterface 通过 MotionSDK 发送关节命令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0E8D5-C896-4BA9-8CF3-899AD643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962DC-CB09-4900-882E-1BBD83CF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x86 sim 与 arm hardware 共用工程结构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311EB-EA4E-435E-B1DA-A4AD9ED3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9D421-21A2-4CD3-A977-97A4C69D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policy/ppo/policy.onnx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37479-4137-4672-9BDD-E645AFC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CF097-75BD-4E05-B657-8E53C25A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obs_dim = 45，action_dim = 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0E569-5B27-4BB4-84D4-A0A3FE7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8655B-35F7-4290-AE8C-7E2E496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default pose：[0, -0.75, 1.3] ×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D6B18-3848-499D-87A3-231844E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DF54F-FF87-4D8F-94F3-C9D76C9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kp=30，kd=3，max_cmd_vel=[1.0, 0.0, 0.5]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BCBF0-954B-445E-B1FE-26A3C4D7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DC535-0CD4-4F60-B5CA-C57282E1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653265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62274-999E-449B-B56B-DBFB3A7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deploy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0102F-F65E-430B-84E2-2E68739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真机部署流程把训练结果接入 Lite3 ARM 主机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23E2B-76D2-4F45-B1D1-3A5003D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86A81-8DB0-499E-ACBA-7098F6AB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AF64F-B85C-4312-ACA9-5F975A0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90AAD-FCA1-4583-913E-2FDA2FE6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本地导出 ONNX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392E7-C6C2-4136-9255-BF74034C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生成 policy/ppo/policy.onnx 和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53E7A-16A0-467A-AE29-CEB120DE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37E66-FD4A-447D-9577-D426867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5F8CD-E57F-4690-96EC-01A28792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同步部署代码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F1DF7-D3C6-4E91-B8B1-36B2BB7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rsync ~/Lite3_rl_deploy 到 user@192.168.2.1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B2E7E-5BAD-4A22-AF3A-C5827A1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DAE4C-FF74-4C81-979F-19EF0B63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FBF3-C744-4C7E-A5DA-EF6B0C0A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ARM 编译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CA838-47C4-40CF-9142-A1C64EAA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cmake -DBUILD_PLATFORM=arm -DBUILD_SIM=OFF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C7E3E-6C47-4A94-AB4F-3D18980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89A25-7EC0-4F08-B005-425A106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6F9EE-4B3E-40B2-B10A-04EF5CC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状态机启动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502AF-837F-4893-92C2-D5EE4B62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./rl_deploy，z 站立，c 进入 RL，w 前进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8A964-6B1A-42FD-A154-DFE693B5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581CC-EF23-4627-93B4-17E062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662021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763D2-9A58-4CDB-84C9-6828ADAA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文件级附录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2D85-C134-4188-B7A6-7EDDDECA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deployment/lite3_flat_3800 是完整的 sim2real 工具层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872D2-4C99-4D47-BEF7-65BB9EFF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E0BC6-B74E-481D-A105-F12712E3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54385-1A7E-48D9-8BE7-532BBC4D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mujoco_sim2real.py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83FB2-714B-4A2C-B269-308B4BE7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native MuJoCo 平地验证主程序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B9ABB-3C32-4EFC-B191-704142A4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76092-FEFD-4235-A5AC-7021DB3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mujoco_checkpoint_gate.py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E64A6-C424-4CF0-A6D1-01C3D7F1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批量 checkpoint 排序与打分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20111-DE14-4023-B08B-7CAB4C5E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CBCDD-DD88-4F10-838F-234E571F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export_sim2real_policy.py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E7997-3672-43C1-B921-BE6E889C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PT checkpoint 到 ONNX/manifest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63C22-261D-4007-B910-5BF15A4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9AB58-3549-4BAE-BFCB-8676ADD0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mujoco_action_probe.py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45C3A-2572-4E2E-A4A7-BBF9C5B3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MJLab 内采样 action 和状态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3E297-1340-4424-97F0-66B421D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C02B9-0E16-4097-85FE-CF2A41DC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mujoco_model_audit.py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488EC-3E33-4606-BF36-2F7F5393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XML/actuator/contact 模型审计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973A4-F791-476C-8F2B-CC719557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A43DC-CD18-41C0-ABED-B7810F90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mujoco_official_udp_bridge.py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313E0-99B8-49C3-A0DA-B9091015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官方 rl_deploy 与 native MuJoCo UDP 桥接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4CCE4-93FC-4B5F-BBE8-6F919AD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70F7E-266B-4B3E-8126-85281FB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compare_state_trace.py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5D3E2-0C9A-4F26-9525-9EFFF283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MJLab 与 native MuJoCo 状态轨迹比较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A8CF4-D5AA-4DA8-B4BB-1ABAA6C0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3CF78-D285-4987-B4CE-5C7DB6B9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robot/Lite3.xml + meshes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715BD-2A9A-4A7A-97A8-6898E381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独立 MuJoCo 部署仿真模型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1E5CC8-F626-4116-B1F2-00088333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EFB27-49D6-443A-97F4-EDDF5D80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734962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6728C-06A0-48EC-AB3C-433D734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完整文件索引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80D57-B283-40AB-9EF0-1A4BB76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训练代码所有差异文件都有明确用途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30411-E948-44AF-B732-C1C07A8F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5E3F-3D40-4E07-82B2-71851B2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BD946-CDEC-4129-8474-01C7762A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 docs/source/changelog.rst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FC28A-7C0F-4E46-8257-3D7713F3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383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记录 Lite3 用户可见变更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D734A-C53B-4F21-AF64-FB95E2C5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FD815-1B08-45AF-A7D6-33220884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 src/mjlab/asset_zoo/robots/__init__.py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8A03E-4FB9-4C06-9D09-71878F73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4787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导出 Lite3 robot cfg 和 action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C1F6D-8DC0-47EA-A81F-2DBD804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E96FF-F0A6-4528-8A0F-97DAD8F1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 deep_lite3/lite3_constants.py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0AF32-1BBC-49D8-9BFC-C9B7C018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Lite3 模型、actuator、default pose、collision、action 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2645D-4F65-4FD8-BAC1-CB7E565A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0F9A7-2573-4FB3-AC18-F4ACBA2B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 deep_lite3/xmls/Lite3.xml + meshes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C55BD-D7A0-448F-A11F-7AA8ACA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670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Lite3 MJCF 和几何资源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7CB41-BAAD-40BE-880F-5C76E1EC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16140-FCCE-41D0-A7FA-6D25FE60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 src/mjlab/envs/mdp/rewards.py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66FE5-EE28-4A44-B532-0DEF518D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766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新增 action_l2 reward primitive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7141F-EF08-4F9A-AC2E-4793E07F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9975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23A7E-866F-4C26-A568-ADA46A8E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 velocity/config/lite3/__init__.py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0D8B9-E972-4535-BD32-09A8285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8617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注册 Lite3 flat/rough velocity 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75276-E9EA-4E0C-A9BD-855C801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6EFA3-BDB8-4450-A492-9F3411D6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 velocity/config/lite3/env_cfgs.py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A1721-B1FA-46F6-A85B-87D808D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9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Lite3 环境、接触、摩擦、奖励、终止配置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1CD5B-CEB7-4338-A772-CF0F64A5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4CD6A-2F32-402B-AF65-F740BAC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 velocity/config/lite3/rl_cfg.py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2C9A82-3E0C-44B6-B3DC-CDDFBAE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053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Lite3 PPO runner 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B0C20-D953-46EB-90A7-036928A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D4AD0C-D840-4552-BFC8-10ADF689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 velocity/mdp/terrain_utils.py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246EE-CFC5-4B4B-81C0-A86CC68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149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raycast NaN/Inf 和退化点云鲁棒处理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43C09-94E5-4BD5-800C-60BE01B5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2D768-BF35-4304-8A3D-C20D102C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 velocity/mdp/velocity_command.py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D17355-4941-468E-B29F-FB0A227D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2447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命令 GUI 支持零范围/非对称范围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7D5174-E04E-4166-B18D-F9C0C90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F02859-4EDE-4452-A57D-D5BFEC8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A/M tests/*.py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9722F6-EACC-4D76-88DB-59460D2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340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Lite3 contract、task registry、terrain、command 测试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4F1233-EC8B-43FE-94DB-F04B3AC8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8C3D27-FDD7-47BB-9CAD-F4B4B3F4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991883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14A93-D950-4B3E-97D7-2E657BB5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完整文件索引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D5E49-68E0-42F3-991F-1C0A053C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deployment 差异把训练结果变成可验收、可导出的策略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AD06C-72C5-4DB1-9CAB-48DCE951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7802F-103A-43B0-8903-91B69C33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2A4F5-8ADC-4B8A-8AD2-1366A19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agent.yaml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75BF2-2BC2-49E2-ADAF-85FBA7A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52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保存导出/部署时使用的 agent 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86DC9-AACC-45A9-8E24-7353E804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4B529-6937-4836-8B58-F78C4598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mujoco_sim2real.py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E09E1-1BF9-4C54-B4C7-591F4AF2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33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native MuJoCo 主验证程序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05643-9224-4121-BA71-21BE782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7EBEF-40F3-462E-9197-215A4A7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mujoco_checkpoint_gate.py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D0DA8-F36F-46D3-B3A1-F223BFF9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14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批量 checkpoint gate 和排序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94FB8-A48C-4F38-84D1-131CB3C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0A71A-018F-412C-A665-64021A11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export_sim2real_policy.py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9464F-6017-4CC1-A390-81DDB025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95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checkpoint 到 ONNX/manifest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85D8A-BE12-4570-A464-94AB0DB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76CE6-A167-4933-8DD4-7507109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mujoco_action_probe.py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B82FE-23C6-40F7-AD4E-E950664F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76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MJLab 内动作/状态采样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EBC93-075C-41D9-91EF-D1A6FC86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674E9-564F-45B6-BBDA-5DA94378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mujoco_actuator_replay.py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2A641-BD63-44C1-91C6-67A40B10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57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actuator replay 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A6F5E-9DB6-440E-8FBE-3180AC3D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7A69D-982B-439D-9FAB-4114EA0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mujoco_foot_contact_probe.py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9D3B5-B9B5-4440-8919-B933C3E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38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脚底接触探针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272E2-224D-4D47-929C-924B9B74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CB7D1-773D-4876-80C0-F2A536A3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9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mujoco_model_audit.py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EF311-958A-4087-BF8E-D02F7CF6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9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XML/actuator/contact 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61F5C-EFE5-4330-9B29-379CAD3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316FF-6F40-4ADC-9116-4467CC24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mujoco_official_udp_bridge.py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A1C39-5017-4738-BE4D-439228AE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00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官方 rl_deploy UDP 桥接验证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CC747-31A4-44B9-B71D-E8C1855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6ACE46-BF2F-4AC4-B76A-4D9608D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compare_state_trace.py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2E98E-84D9-4EA7-BAE0-C3D4D8F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81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MJLab 与 native MuJoCo 状态比较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18638F-BA26-4851-A05E-7FC00FA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0167D2-FDDB-4E9C-82BB-81520E70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compare_policy_trace_scale.py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DA4044-D415-4E0E-AF0B-6B746C1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62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部署 trace 和训练尺度比较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93DD4-4E0C-4FAC-99CB-9B88A4F4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87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3EDF2A-82B2-4663-A9BF-BB0F3FAD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390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robot/Lite3.urdf, Lite3.xml, meshes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B614E2-5FC4-41F3-B550-2FFC350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43575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独立 native MuJoCo 模型资源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FF9A43-6137-4FDC-9617-1E7D4CF6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86E8A0-05C8-4911-A80D-1B849E90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704860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4451A-F389-4EEC-BA92-0BA902B7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经验总结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B916F-3D63-4477-A4A1-54B71A4F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这次工作的关键经验是让所有边界条件闭合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1B584-9031-4D83-BDB4-6DC4B5EA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C007C-8986-479C-98C1-7A96D907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01F0B-6059-44FB-9C11-4378173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984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训练和部署必须共享同一个 default pose、action scale、obs order、PD 和控制频率。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9501F-377D-435C-93EA-7E7CDE1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2EEE-A528-4F3F-9DD2-31A0C24F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984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native MuJoCo gate 不能只看速度，还要看动作幅度、姿态、横漂、角速度和长时稳定。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F4251-091D-4E3F-B83B-2DCFB54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54583-1CFB-47E0-8240-B24D3F5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984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旧 47 维 gait phase 路线能追速度，但固定节拍和大动作更容易在真机上发声、抖动和撞边界。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7841F-0C20-47F8-9649-A372633B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3F6FA-DEF6-4232-B0CF-5E8D2FE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984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当前 45 维 deep_lite3 路线更简洁，动作幅度更健康，部署接口更接近官方 Lite3_rl_deploy 契约。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CC475-2A4F-4EFF-B51B-2357D9E8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3887-885F-4DA7-B6C2-06FCD2E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984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standing / lie-down 不是 RL policy 的职责，应交给状态机；walking sim2sim 打通后再逐步扩展转向、后退和 rough terrain。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53D57-7EFC-46EB-B351-5C025F9A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ACC21-469B-4B5A-8666-3190AFA8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461950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64604-6F4F-48A4-B5BE-C1FC5FD0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54A6E-517D-44C6-9FCF-40C02DC7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后续工作从平地前进扩展到更完整的运动能力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1C007-E735-4FE2-A5AE-E94979CD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6679C-58DD-4728-93A6-77661D1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E2168-7B71-4556-B9A2-41395E6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8436D-0241-4E72-9087-F33AA92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2DFE0-EA4C-40D1-A564-09D78721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真机低速前进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F81CE-A7F9-42B6-9463-5F62710A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17A97-F8BA-4B70-8146-C0BDD2F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观察电机声和温度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DF7EF-6603-4845-8775-6410768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CC10B-2CD1-4FD1-A665-321A8487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记录 action/target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93576-3328-4174-A0C4-F8CD16F7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51107-0346-4EAB-B744-1299BB38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1D863-0457-497F-823D-3E4329E1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8D452-EBEA-4E47-BA0C-F3D6F40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补充转向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C2008-59FC-4898-831A-44AB6338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0A66A-59EA-4476-80C2-4CDC048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补充后退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57241-9FF9-46DD-A8DE-18179348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1BD2-B62E-4D6B-A4A8-2B713E7B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增加 action_rate 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35E6B-4B73-4A02-A3C8-DCA88D3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489C4-744E-4638-94BC-884612F1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长期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43235-7D1E-4269-8368-197CB05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78D9D-2B58-495A-BABD-8571EEF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降低 rough num_envs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8F8E6-8BC8-4752-B8F3-4F0F060C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6AD6D-A4EA-4D8D-87B5-5310A28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训练 rough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68BBA-1544-4F5F-8E7D-2EA6843E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58CB6-3844-4C08-A4FD-E6CD28A4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完善状态机兜底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C8C08-D9AF-4261-98B6-505EA10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EA6574-F78A-4D43-BDFE-14F44189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380928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695CE-5260-42D1-A362-2D194B4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BDA42-EE77-450D-896E-EA85020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参考来源和本地依据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27FDA-A9A6-4E86-98B5-24EA35CE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DA1F-5E5E-4DE4-9B95-09D7B6E2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7D8AD-8923-4348-8FAE-692D2FC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927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上游仓库：github.com/mujocolab/mjlab，基准为本地 origin/main。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A8899-4A5B-4CF8-8240-CEB751C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A7CFF-1D02-4BB9-A915-00C26EF2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927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当前训练分支：/home/yangshangke/mjlab/mjlab-ysk。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3E3DB-C0A7-4FB0-9E28-9BD4DDD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50B7-55E0-4647-B38A-F35BD1FD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927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当前部署工程：/home/yangshangke/Lite3_rl_deploy。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7F7C3-753E-4357-B530-09F5D227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B9073-EB24-40EC-A95B-2026FB3F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927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官方部署参考：github.com/DeepRoboticsLab/Lite3_rl_deploy。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3C2E7-1EDD-4D8E-8681-EEE5E28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3D95E-4ACE-44AC-B8C0-A5E687A2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927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官方训练参考：github.com/DeepRoboticsLab/rl_training。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AE90E-EA44-4F0E-B887-6B4241C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C873D-0E6F-4070-8F9B-70709FC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927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实测 checkpoint：logs/rsl_rl/deep_lite3_velocity/2026-07-22_21-23-41/model_9999.pt。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9874-9D6A-46E2-AA5E-6197D358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MJLab Lite3 velocity tracking | training to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69AEA-80C8-4F69-AAB7-3B99822A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03217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2026-07-24T13:47:02.2900000Z</dcterms:created>
  <dcterms:modified xsi:type="dcterms:W3CDTF">2026-07-24T13:47:02.2900000Z</dcterms:modified>
</coreProperties>
</file>